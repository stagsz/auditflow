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 Self-Assessment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Audit Management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Web Application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Complete - 108 Tasks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Automate ISO 9001:2015 self-assessments and internal audits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73 ISO sections, 27 audit questions, multi-user collaboration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MVP COMPLETE (108/108 tasks)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Roles: 5 roles (Admin, Manager, Auditor, Head, Viewer)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Ready: YES ✓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Next.js 14, React 18, TypeScript, Tailwind CSS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Node.js, Express.js, TypeScript, Prisma ORM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PostgreSQL 12+ with native enums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Authentication: JWT tokens with refresh mechanism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Deployment: Docker, Docker Compose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Testing: Jest + Supertest, Jest + React Testing Library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Core Models with relationships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PostgreSQL Enums for type safety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sections with self-referential relationships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Models: Organization, User, Assessment, ISOStandardSection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AuditQuestion, QuestionResponse, Evidence, NonConformity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CorrectiveAction, Template, TeamMember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Features: Assessments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Multi-user assessments with team collaboration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questions: 1 (Red), 2 (Yellow), 3 (Green)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Auto-calculate compliance scores in real-time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evidence files (documents, images, video)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Auto-save responses to prevent data loss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assessments for recurring audits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Non-Conformity Management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 from Score 1 responses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severity: CRITICAL, MAJOR, MINOR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 and tracking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Workflow: OPEN → IN_PROGRESS → CLOSED → VERIFIED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and assign corrective actions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effectiveness with complete audit trail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&amp; Compliance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1 (Red): Non-compliant → Auto-generates NCR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2 (Yellow): Partially compliant → Needs improvement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3 (Green): Fully compliant → Baseline maintained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scores calculated from question averages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 is weighted average of sections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with charts, gauges, trend analysis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Quality Assurance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91 tests (Jest + Supertest)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Auth API: 26 tests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Assessment API: 65 tests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60 tests (Jest + React Testing Library)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Zustand stores: 48 tests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React components: 12 tests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151 tests ✓ All critical paths covered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Infrastructure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(dev and production environments)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12+ database with persistence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Node.js/Express backend on port 5000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Next.js/Nginx frontend on port 3000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 endpoints for monitoring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logging and automatic restart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 &amp; Permissions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Admin: Full system access and configuration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Manager: Assessment creation and oversight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Auditor: Conduct audits and document findings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Head: Respond to findings for their areas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Viewer: Read-only access to reports and data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role-based access control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Endpoints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Main Route Groups: Auth, Assessments, Standards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Non-Conformities, Actions, Evidence, Dashboard, Users, Templates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Total Endpoints with RESTful conventions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/api/assessments - Full CRUD and audit management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/api/non-conformities - NCR workflow and tracking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/api/standards - ISO sections and questions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Achievements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 Tasks COMPLETED 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Development Phases COMPLETED 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Database Models with type-safe design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 Tests passing (91 backend + 60 frontend)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ISO 9001:2015 sections pre-loaded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Comprehensive audit questions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Production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108 MVP Tasks Complete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 Tests Passing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Deployment Ready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2026-05-23T22:17:20Z</dcterms:created>
  <dcterms:modified xsi:type="dcterms:W3CDTF">2026-05-23T22:17:20Z</dcterms:modified>
</cp:coreProperties>
</file>